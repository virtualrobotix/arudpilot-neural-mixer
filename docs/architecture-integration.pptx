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3B66"/>
                </a:solidFill>
              </a:rPr>
              <a:t>NNMixer on ArduPilot</a:t>
            </a:r>
          </a:p>
          <a:p>
            <a:pPr algn="ctr"/>
            <a:r>
              <a:rPr sz="2200" b="0">
                <a:solidFill>
                  <a:srgbClr val="D62728"/>
                </a:solidFill>
              </a:rPr>
              <a:t>How MAVProxy, ArduRover, the PPO network and MuJoCo are connected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Roberto Navoni — DelphyAI LAB · r.navoni74@gmail.com · 24 September 2026</a:t>
            </a:r>
          </a:p>
          <a:p>
            <a:pPr algn="ctr"/>
            <a:r>
              <a:rPr sz="1300" b="0">
                <a:solidFill>
                  <a:srgbClr val="555555"/>
                </a:solidFill>
              </a:rPr>
              <a:t>Repo: github.com/virtualrobotix/microduck-ap-ppo-sitl  ·  fork ArduPilot: virtualrobotix/ardupilot @ microduck-ppo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D3B66"/>
                </a:solidFill>
              </a:rPr>
              <a:t>One ArduRover firmware. The neural network (61 observations → 14 servos, 50 Hz) is a scheduler task. MuJoCo is the robot body, attached to the SITL like an external physics engine. Commands come from MAVProxy over MAVLink.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1. Three processes, two links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In simulation: GCS, firmware, robot body. On hardware the third process is the real robot.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926080" cy="329184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E7D32"/>
                </a:solidFill>
              </a:rPr>
              <a:t>MAVProxy (GCS)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operator or script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arm / disarm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stick:  rc N &lt;pwm&gt;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mode manual / hold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param set NNM_*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PPO_*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657600" cy="329184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D3B66"/>
                </a:solidFill>
              </a:rPr>
              <a:t>ArduRover SITL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(a single ardurover binary)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RC_Channels → twist in SI units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AP_InertialSensor → gyro, gravity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AP_NNMixer: PPO network 50 Hz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SRV_Channels: 14 PWM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SIM_JSON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834640" cy="329184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D62728"/>
                </a:solidFill>
              </a:rPr>
              <a:t>MuJoCo plant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plant/mujoco_json_plant.py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14 XL330 servos (BAM model)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physics 200 Hz (5 ms)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IMU, joint encoders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viewer / video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3017520"/>
            <a:ext cx="914400" cy="0"/>
          </a:xfrm>
          <a:prstGeom prst="line">
            <a:avLst/>
          </a:prstGeom>
          <a:ln w="2857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</a:rPr>
              <a:t>MAVLink  tcp:5760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383280" y="3931920"/>
            <a:ext cx="914400" cy="0"/>
          </a:xfrm>
          <a:prstGeom prst="line">
            <a:avLst/>
          </a:prstGeom>
          <a:ln w="19050">
            <a:solidFill>
              <a:srgbClr val="2E7D32"/>
            </a:solidFill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3280" y="3977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</a:rPr>
              <a:t>STATUSTEXT, NAMED_VALUE_FLOAT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79" y="3017520"/>
            <a:ext cx="914401" cy="0"/>
          </a:xfrm>
          <a:prstGeom prst="line">
            <a:avLst/>
          </a:prstGeom>
          <a:ln w="28575">
            <a:solidFill>
              <a:srgbClr val="D627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55279" y="2670048"/>
            <a:ext cx="914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2728"/>
                </a:solidFill>
              </a:rPr>
              <a:t>udp:9002  16 PWM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955279" y="3931920"/>
            <a:ext cx="914401" cy="0"/>
          </a:xfrm>
          <a:prstGeom prst="line">
            <a:avLst/>
          </a:prstGeom>
          <a:ln w="28575">
            <a:solidFill>
              <a:srgbClr val="D627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5279" y="3977640"/>
            <a:ext cx="914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2728"/>
                </a:solidFill>
              </a:rPr>
              <a:t>udp:9003 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Lock-step: the SITL sends the PWM and waits for the JSON; MuJoCo takes one 5 ms step per frame (SIM_RATE_HZ 200). The PPO task runs every 4 frames = 50 Hz, as in training.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D62728"/>
                </a:solidFill>
              </a:rPr>
              <a:t>The PPO task has no link to MuJoCo: it only sees ArduPilot APIs. Replacing the plant with a real IMU + Dynamixel bus does not change a line of AP_NNMixer.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2. Inside ArduRover: the 50 Hz loop of AP_NNMixer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Everything the network sees goes through ArduPilot's standard libraries.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8503920" cy="4480560"/>
          </a:xfrm>
          <a:prstGeom prst="rect">
            <a:avLst/>
          </a:prstGeom>
          <a:noFill/>
          <a:ln w="19050">
            <a:solidFill>
              <a:srgbClr val="0D3B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/>
            <a:r>
              <a:rPr sz="1300" b="1">
                <a:solidFill>
                  <a:srgbClr val="0D3B66"/>
                </a:solidFill>
              </a:rPr>
              <a:t>ArduRover — scheduler (SCHED_LOOP_RATE 200)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AP_InertialSensor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gyro, accel FRD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Joint feedback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q, q̇ (14) from sitl-&gt;state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RC_Channels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sticks 1/2/4 → vx vy ωz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History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previous action (14)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011680"/>
            <a:ext cx="182880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Gravity filter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IMU-only, no EKF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651760"/>
            <a:ext cx="173736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build_obs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61 float32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trunk FLU 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651760"/>
            <a:ext cx="196596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Forward C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mean/std + network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MLP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≈0.37 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3246120"/>
            <a:ext cx="2286000" cy="9144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606040" y="3337560"/>
            <a:ext cx="2286000" cy="777239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06040" y="3337560"/>
            <a:ext cx="2286000" cy="164592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6040" y="2377440"/>
            <a:ext cx="2286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63440" y="2377440"/>
            <a:ext cx="228600" cy="54864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3337560"/>
            <a:ext cx="18288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12280" y="4617720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SRV_Channels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Scripting1..14 → PWM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5260" y="4023360"/>
            <a:ext cx="0" cy="59436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95260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q_target = q0 +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applied a → history (obs[34:48]) at the next tick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55448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/>
              <a:t>•  update_attitude() at loop rate: propagates the gravity direction with the gyro, corrects it with the accelerometer (NNM_ATT_TAU 0.5 s)</a:t>
            </a:r>
          </a:p>
          <a:p>
            <a:pPr algn="l">
              <a:spcBef>
                <a:spcPts val="400"/>
              </a:spcBef>
            </a:pPr>
            <a:r>
              <a:rPr sz="1200" b="0"/>
              <a:t>•  update() at 50 Hz: obs → forward → clip → PWM</a:t>
            </a:r>
          </a:p>
          <a:p>
            <a:pPr algn="l">
              <a:spcBef>
                <a:spcPts val="400"/>
              </a:spcBef>
            </a:pPr>
            <a:r>
              <a:rPr sz="1200" b="0"/>
              <a:t>•  Failsafe: disarmed, joint feedback missing or older than NNM_WD_MS → action 0 = stand pose (also in the history)</a:t>
            </a:r>
          </a:p>
          <a:p>
            <a:pPr algn="l">
              <a:spcBef>
                <a:spcPts val="400"/>
              </a:spcBef>
            </a:pPr>
            <a:r>
              <a:rPr sz="1200" b="0"/>
              <a:t>•  HOLD (NNM_HOLD_MODE 4) → twist 0</a:t>
            </a:r>
          </a:p>
          <a:p>
            <a:pPr algn="l">
              <a:spcBef>
                <a:spcPts val="400"/>
              </a:spcBef>
            </a:pPr>
            <a:r>
              <a:rPr sz="1200" b="0"/>
              <a:t>•  PWM: 1500 + q/0.003 (1 µs = 3 mrad), SERVOn 800..2200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3. Sensor path: from MuJoCo to the observation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Different frames, different units: the plant speaks ArduPilot (FRD/NED), the task speaks training (FLU).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377440" cy="137160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D62728"/>
                </a:solidFill>
              </a:rPr>
              <a:t>MuJoCo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gyro/accel at the IMU site (FLU)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trunk quaternion (z-up)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qpos, qvel of 14 joints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377440" cy="1371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JSON udp:9003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imu.gyro, imu.accel_body (FRD)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quaternion (NED→FRD)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joints.jpos / jvel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65176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SITL / SIM_JSON.cpp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→ simulated INS (gyro, accel)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→ sitl-&gt;state.joint_pos/vel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(extension added by this repo)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828800"/>
            <a:ext cx="246888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AP_NNMixer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gyro FRD→FLU: (x, −y, −z)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gravity: filter → (x, −y, −z)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q − q0, q̇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514600"/>
            <a:ext cx="45720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2514600"/>
            <a:ext cx="45720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2514600"/>
            <a:ext cx="45720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 b="1">
                <a:solidFill>
                  <a:srgbClr val="0D3B66"/>
                </a:solidFill>
              </a:rPr>
              <a:t>Frame conversion (done by the plant)</a:t>
            </a:r>
          </a:p>
          <a:p>
            <a:pPr algn="l">
              <a:spcBef>
                <a:spcPts val="300"/>
              </a:spcBef>
            </a:pPr>
            <a:r>
              <a:rPr sz="1300" b="0"/>
              <a:t>•  vectors: (x, y, z)_MuJoCo → (x, −y, −z)_ArduPilot — gyro, accel, position, velocity</a:t>
            </a:r>
          </a:p>
          <a:p>
            <a:pPr algn="l">
              <a:spcBef>
                <a:spcPts val="300"/>
              </a:spcBef>
            </a:pPr>
            <a:r>
              <a:rPr sz="1300" b="0"/>
              <a:t>•  quaternion: (w, x, y, z) → (w, x, −y, −z)</a:t>
            </a:r>
          </a:p>
          <a:p>
            <a:pPr algn="l">
              <a:spcBef>
                <a:spcPts val="300"/>
              </a:spcBef>
            </a:pPr>
            <a:r>
              <a:rPr sz="1300" b="0"/>
              <a:t>•  standing: accel_body = (0, 0, −9.81) as ArduPilot expects; projected gravity in the task = (0, 0, −1) as in training</a:t>
            </a:r>
          </a:p>
          <a:p>
            <a:pPr algn="l">
              <a:spcBef>
                <a:spcPts val="800"/>
              </a:spcBef>
            </a:pPr>
            <a:r>
              <a:rPr sz="1500" b="1">
                <a:solidFill>
                  <a:srgbClr val="0D3B66"/>
                </a:solidFill>
              </a:rPr>
              <a:t>Lesson from the first test</a:t>
            </a:r>
          </a:p>
          <a:p>
            <a:pPr algn="l">
              <a:spcBef>
                <a:spcPts val="300"/>
              </a:spcBef>
            </a:pPr>
            <a:r>
              <a:rPr sz="1300" b="0"/>
              <a:t>•  ArduRover defaults to INS_GYRO_FILTER 4 Hz: the gyro reached the network tens of ms late → fall within 1 s</a:t>
            </a:r>
          </a:p>
          <a:p>
            <a:pPr algn="l">
              <a:spcBef>
                <a:spcPts val="300"/>
              </a:spcBef>
            </a:pPr>
            <a:r>
              <a:rPr sz="1300" b="0"/>
              <a:t>•  INS_GYRO_FILTER 0 (or 40) → stable. No slow low-pass on the gyro that feeds the policy, on hardware too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4. Command path: from MAVProxy to the twist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Every command typed in MAVProxy is a standard MAVLink message; ArduPilot was not modified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2377440"/>
                <a:gridCol w="31089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MAVProxy command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MAVLink message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ArduRover does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 on the network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arm throttle [force]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COMMAND_LONG  MAV_CMD_COMPONENT_ARM_DISARM p1=1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AP_Arming → soft armed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PPO_FAIL 1→0, servos live, the policy keeps it standing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 2 2000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RC_CHANNELS_OVERRIDE chan2=2000 (from sysid 255)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RC_Channels: norm_input_dz = +1.0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obs[48] vx = +1.0 × NNM_VX_MAX = 0.4 m/s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 1 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RC_CHANNELS_OVERRIDE chan1=1800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norm = +0.6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obs[49] vy = 0.6 × 0.3 = 0.18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 4 2000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RC_CHANNELS_OVERRIDE chan4=2000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norm = +1.0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obs[50] ωz = 1.0 rad/s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mode 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COMMAND_LONG  MAV_CMD_DO_SET_MODE custom_mode=4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Rover in 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NNM_HOLD_MODE → twist forced to 0: stands still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param set NNM_POLICY 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PARAM_SET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AP_Param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next tick uses the MLP network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disarm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COMMAND_LONG  ARM_DISARM p1=0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soft disarmed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action 0, history cleared, PWM 0 (plant: idle)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Return telemetry (NAMED_VALUE_FLOAT every 0.5 s): PPO_MS forward time, PPO_PGZ gravity z (standing ≈ −1), PPO_VX command, PPO_FAIL state.</a:t>
            </a:r>
          </a:p>
          <a:p>
            <a:pPr algn="l">
              <a:spcBef>
                <a:spcPts val="600"/>
              </a:spcBef>
            </a:pPr>
            <a:r>
              <a:rPr sz="1300" b="0"/>
              <a:t>DataFlash log NNM / NNMQ / NNMV / NNMA: every tick with the 61 observations and 14 actions → tools/log_parity.py replays them through the ONNX (parity 2.5e-7).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5. Actuator path: from the action to the servos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The network outputs offsets in radians; ArduPilot carries them as PWM; the plant converts them back to position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28600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Network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a[14] rad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clip ±NNM_ACT_MAX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28800"/>
            <a:ext cx="228600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q_target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= q0 + a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q0 = STAND2 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828800"/>
            <a:ext cx="256032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SRV_Channels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pwm = 1500 + q/0.003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functions 94..107 (Scripting1..14)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828800"/>
            <a:ext cx="3017520" cy="137160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D62728"/>
                </a:solidFill>
              </a:rPr>
              <a:t>Plant / robot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SITL: servo packet udp:9002 → MuJoCo BAM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HW: Dynamixel bus (ticks)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5146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25146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25146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/>
              <a:t>•  Why Scripting1..14: existing servo functions ArduPilot never touches (no mixer, no ESC), writable with SRV_Channels::set_output_pwm without modifying SRV_Channel</a:t>
            </a:r>
          </a:p>
          <a:p>
            <a:pPr algn="l">
              <a:spcBef>
                <a:spcPts val="400"/>
              </a:spcBef>
            </a:pPr>
            <a:r>
              <a:rPr sz="1300" b="0"/>
              <a:t>•  Resolution 3 mrad/µs: enough for the XL330 (1.5 mrad/tick); on hardware Robotis ticks are used and the conversion disappears</a:t>
            </a:r>
          </a:p>
          <a:p>
            <a:pPr algn="l">
              <a:spcBef>
                <a:spcPts val="400"/>
              </a:spcBef>
            </a:pPr>
            <a:r>
              <a:rPr sz="1300" b="0"/>
              <a:t>•  PWM 0 = 'not driving' (disarmed): the plant keeps the duck pinned upright; on hardware this is torque off</a:t>
            </a:r>
          </a:p>
          <a:p>
            <a:pPr algn="l">
              <a:spcBef>
                <a:spcPts val="400"/>
              </a:spcBef>
            </a:pPr>
            <a:r>
              <a:rPr sz="1300" b="0"/>
              <a:t>•  The action sent to the servos is the one stored in the history: at the next step the network sees what was actually applied</a:t>
            </a:r>
          </a:p>
          <a:p>
            <a:pPr algn="l">
              <a:spcBef>
                <a:spcPts val="400"/>
              </a:spcBef>
            </a:pPr>
            <a:r>
              <a:rPr sz="1300" b="0"/>
              <a:t>•  Feedback: the plant returns the real joint q and q̇; the task never uses the targets as a surrogate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6. The ArduRover integration, file by file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Fork virtualrobotix/ardupilot, branch microduck-ppo, on upstream master of 24 Sep 2026. 7 files touched + 1 new library.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749039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libraries/AP_NNMixer/ 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AP_NNMixer.{h,cpp}, nnmixer_infer.{h,c}, policy_mlp.h, AP_NNMixer_config.h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the task: obs, gravity filter, history, sticks, servos, NNM_*, log, telemetry; network in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Rover/Parameters.h / .cpp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member g2.nnmixer; AP_SUBGROUPINFO "NNM_" index 63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NNM_* parameters visible from the GCS and stored in EEPROM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Rover/Rover.cpp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SCHED_TASK_CLASS update_attitude 400 Hz (→ loop rate), update 50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the task enters the scheduler like any other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Rover/wscript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+ 'AP_NNMixer'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links the library into the ardurover binary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libraries/SITL/SIM_JSON.h / 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type DATA_FLOAT_ARRAY14; keys joints/jpos, joints/jvel; copied into sitl-&gt;state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the physics backend delivers the joints the same way it delivers the IMU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libraries/SITL/SITL.h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sitl_fdm: joint_pos[16], joint_vel[16], joint_count, joint_time_us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SITL source of the joint feedback; on HW a Dynamixel driver replaces it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No change to RC_Channels, SRV_Channel, AP_InertialSensor, AP_Arming, GCS_MAVLink: the task uses their public APIs. AP_NNMIXER_ENABLED is 1 on SITL; boards must opt in (weights ~770 KB of flash as float32).</a:t>
            </a:r>
          </a:p>
          <a:p>
            <a:pPr algn="l">
              <a:spcBef>
                <a:spcPts val="600"/>
              </a:spcBef>
            </a:pPr>
            <a:r>
              <a:rPr sz="1300" b="0"/>
              <a:t>SITL parameters (sitl/nnmixer.parm): SERVO1..14_FUNCTION 94..107, SERVOn_MIN/MAX 800/2200, SIM_RATE_HZ 200, SCHED_LOOP_RATE 200, INS_GYRO_FILTER 0, ARMING_CHECK 0, NNM_ENABLE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7. Timing and synchronisation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A single timeline, driven by the JSON lock-step.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2728"/>
                </a:solidFill>
              </a:rPr>
              <a:t>MuJoCo  (5 ms)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0574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10896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958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3989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5020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8114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145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176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239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3270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4301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5332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7395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8426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9457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88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2551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3582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4613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5644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6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7707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8738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769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0800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832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2863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3894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4925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5956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6988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8019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89050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0081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112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2514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3B66"/>
                </a:solidFill>
              </a:rPr>
              <a:t>SITL frame / INS  (5 ms)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108960" y="27432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10896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1927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2958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3989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5020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6052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7083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8114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9145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0176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208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2239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3270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4301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5332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6364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8426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89457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0488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2551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3582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94613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5644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6676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7707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8738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99769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41832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2863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83894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925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5956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46988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68019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89050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0081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1112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3B66"/>
                </a:solidFill>
              </a:rPr>
              <a:t>ArduRover loop  (5 ms)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108960" y="34290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310896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31927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52958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3989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95020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16052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37083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58114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79145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0176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21208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42239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63270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84301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05332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26364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7395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68426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89457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10488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31520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52551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73582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94613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15644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36676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57707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78738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99769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20800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41832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62863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83894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04925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25956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46988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68019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89050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10081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31112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720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AP_NNMixer::update  (20 ms)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3108960" y="41148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3108960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950208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91456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632704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473952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315200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156448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997696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838944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680192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MAVProxy  (asynchronous)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3108960" y="48006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3840480" y="46634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675120" y="46634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9235440" y="46634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108960" y="5349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200 ms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/>
              <a:t>•  The SITL sends the PWM → MuJoCo takes 1 step (5 ms) → replies with the JSON → the SITL advances its clock by 5 ms. Neither side can run ahead.</a:t>
            </a:r>
          </a:p>
          <a:p>
            <a:pPr algn="l">
              <a:spcBef>
                <a:spcPts val="400"/>
              </a:spcBef>
            </a:pPr>
            <a:r>
              <a:rPr sz="1200" b="0"/>
              <a:t>•  The 50 Hz task sees 4 physics steps per action, as in training (decimation 4). The forward pass takes ~0.37 ms on the Mac; 1–2 ms estimated on an STM32H7.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8. From .pt to C: how the trained network enters the firmware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The observation normalizer is part of the network, not of the simulator.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103120" cy="1463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model_1999.pt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PyTorch: actor, critic,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optimizer, normalizer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(mjlab + rsl_rl, 2048×2000)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920240"/>
            <a:ext cx="2103120" cy="1463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.onnx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actor(normalizer(obs))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Sub(mean) → Div(std) →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Gemm/ELU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920240"/>
            <a:ext cx="2286000" cy="146304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policy_mlp.h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static const float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mean[61], std[61], weights, q0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773 KB MLP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2103120" cy="146304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nnmixer_infer.c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forward float32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expf, no heap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identical SITL / MCU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1920240"/>
            <a:ext cx="1280160" cy="146304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AP_NNMixer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update()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50 Hz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6517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6032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scripts/export.py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26517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tools/export_policy_c.py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80960" y="26517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8096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#include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0" y="2651760"/>
            <a:ext cx="27432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0D3B66"/>
                </a:solidFill>
              </a:rPr>
              <a:t>Verified at three points</a:t>
            </a:r>
          </a:p>
          <a:p>
            <a:pPr algn="l">
              <a:spcBef>
                <a:spcPts val="300"/>
              </a:spcBef>
            </a:pPr>
            <a:r>
              <a:rPr sz="1200" b="0"/>
              <a:t>•  tools/parity_check.py: 2201 observations → ONNX Runtime vs the C binary: max 3.8e-6 (MLP)</a:t>
            </a:r>
          </a:p>
          <a:p>
            <a:pPr algn="l">
              <a:spcBef>
                <a:spcPts val="300"/>
              </a:spcBef>
            </a:pPr>
            <a:r>
              <a:rPr sz="1200" b="0"/>
              <a:t>•  tools/log_parity.py: observations logged by the firmware while running → ONNX vs the actions the firmware sent: max 2.5e-7</a:t>
            </a:r>
          </a:p>
          <a:p>
            <a:pPr algn="l">
              <a:spcBef>
                <a:spcPts val="300"/>
              </a:spcBef>
            </a:pPr>
            <a:r>
              <a:rPr sz="1200" b="0"/>
              <a:t>•  tools/policy_rollout_plant.py: the same policy on the same plant without ArduPilot — separates plant issues from firmware issues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D3B66"/>
                </a:solidFill>
              </a:rPr>
              <a:t>The network (NNM_POLICY)</a:t>
            </a:r>
          </a:p>
          <a:p>
            <a:pPr algn="l">
              <a:spcBef>
                <a:spcPts val="300"/>
              </a:spcBef>
            </a:pPr>
            <a:r>
              <a:rPr sz="1200" b="0"/>
              <a:t>•  0 = MLP 61→512→256→128→14 ELU, 197 896 parameters, 0.37 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9. What changes on hardware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Only the third process: the MuJoCo plant becomes the robot. AP_NNMixer does not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8463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 SITL (today)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 the robot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IMU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MuJoCo → JSON → simulated 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flight-controller IMU (same AP_InertialSensor)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Joint feedback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JSON joints → sitl-&gt;state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Dynamixel bus driver (present position/velocity) → set_joint_feedback()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Servo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SRV_Channels → JSON PWM packet → MuJoCo BAM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SRV_Channels → Robotis protocol (ticks) on the XL330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Commands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MAVProxy rc / mode / arm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real RC + GCS, identical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policy_mlp.h in C, 0.37 ms on the Mac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same source; STM32H7: 1–2 ms estimated (MLP)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IMU filters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INS_GYRO_FILTER 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same rule: no slow LPF on the gyro that feeds the policy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The real constraint is the microcontroller budget: ~2×10⁵ MAC per step (MLP) at 50 Hz on top of EKF, buses and logging. Next step: the same update() compiled on a Nucleo H7, 1000 forward passes, p50/p99 measured.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10. The demo and the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scripts/demo_mavproxy.py: one command starts plant, SITL and MAVProxy and types the operator's sequence.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0D3B66"/>
                </a:solidFill>
              </a:rPr>
              <a:t>Sequence typed into MAVProxy</a:t>
            </a:r>
          </a:p>
          <a:p>
            <a:pPr algn="l">
              <a:spcBef>
                <a:spcPts val="300"/>
              </a:spcBef>
            </a:pPr>
            <a:r>
              <a:rPr sz="1200" b="0"/>
              <a:t>•  param set NNM_POLICY 0 · param set NNM_ENABLE 1</a:t>
            </a:r>
          </a:p>
          <a:p>
            <a:pPr algn="l">
              <a:spcBef>
                <a:spcPts val="300"/>
              </a:spcBef>
            </a:pPr>
            <a:r>
              <a:rPr sz="1200" b="0"/>
              <a:t>•  mode manual · rc all 1500 · arm throttle → 6 s standing</a:t>
            </a:r>
          </a:p>
          <a:p>
            <a:pPr algn="l">
              <a:spcBef>
                <a:spcPts val="300"/>
              </a:spcBef>
            </a:pPr>
            <a:r>
              <a:rPr sz="1200" b="0"/>
              <a:t>•  rc 2 2000 → forward 3 s · rc 2 1000 → backward 2 s</a:t>
            </a:r>
          </a:p>
          <a:p>
            <a:pPr algn="l">
              <a:spcBef>
                <a:spcPts val="300"/>
              </a:spcBef>
            </a:pPr>
            <a:r>
              <a:rPr sz="1200" b="0"/>
              <a:t>•  rc 1 1800 → lateral 2 s · rc 4 2000 → 90° turn (integral of ATTITUDE.yawspeed) · rc 2 2000 → forward 5 s</a:t>
            </a:r>
          </a:p>
          <a:p>
            <a:pPr algn="l">
              <a:spcBef>
                <a:spcPts val="300"/>
              </a:spcBef>
            </a:pPr>
            <a:r>
              <a:rPr sz="1200" b="0"/>
              <a:t>•  mode hold → twist 0 · mode manual · disarm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D3B66"/>
                </a:solidFill>
              </a:rPr>
              <a:t>In the video (docs/media/demo_mavproxy_mlp.mp4)</a:t>
            </a:r>
          </a:p>
          <a:p>
            <a:pPr algn="l">
              <a:spcBef>
                <a:spcPts val="300"/>
              </a:spcBef>
            </a:pPr>
            <a:r>
              <a:rPr sz="1200" b="0"/>
              <a:t>•  credit box and panel on the left: MAVProxy command and the matching MAVLink message</a:t>
            </a:r>
          </a:p>
          <a:p>
            <a:pPr algn="l">
              <a:spcBef>
                <a:spcPts val="300"/>
              </a:spcBef>
            </a:pPr>
            <a:r>
              <a:rPr sz="1200" b="0"/>
              <a:t>•  badge on the right: phase and commanded twist in SI units</a:t>
            </a:r>
          </a:p>
          <a:p>
            <a:pPr algn="l">
              <a:spcBef>
                <a:spcPts val="300"/>
              </a:spcBef>
            </a:pPr>
            <a:r>
              <a:rPr sz="1200" b="0"/>
              <a:t>•  barra in basso: tempo, posizione, tilt del robot in MuJoCo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55448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Parity C vs ONNX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3.8e-6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In-situ parity (firmware log)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2.5e-7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Forward pass in SITL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0.37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Weights in flash (float32)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773 KB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HIL battery, 8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8/8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Forward 0.3/0.4 m/s, 15 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no fall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Speed tracking (~0.2 m/s at a 0.4 command) is the same as the Python rollout on the same CPU plant: it is the MuJoCo-CPU vs MuJoCo-Warp gap of training, not the ArduPilot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